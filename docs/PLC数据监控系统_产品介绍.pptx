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514600"/>
            <a:ext cx="941832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PLC 数据监控系统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2E3FC"/>
                </a:solidFill>
                <a:latin typeface="Microsoft YaHei"/>
              </a:defRPr>
            </a:pPr>
            <a:r>
              <a:t>PLCMonitor  ——  跨平台工业自动化实时监控解决方案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73E8"/>
                </a:solidFill>
                <a:latin typeface="Microsoft YaHei"/>
              </a:defRPr>
            </a:pPr>
            <a:r>
              <a:t>适配西门子 S7 全系列 PLC  |  Windows / Ubuntu 跨平台  |  JSON 配置驱动  |  即开即用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Microsoft YaHei"/>
              </a:defRPr>
            </a:pPr>
            <a:r>
              <a:t>版本 1.0.0  |  2024年6月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846320"/>
            <a:ext cx="9418320" cy="127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实时数据采集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多视图展示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双保险存储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四级权限管控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智能报警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数据导出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产品概述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2124"/>
                </a:solidFill>
                <a:latin typeface="Microsoft YaHei"/>
              </a:defRPr>
            </a:pPr>
            <a:r>
              <a:t>PLCMonitor 是一款基于 Qt 6 开发的跨平台工业自动化监控软件，</a:t>
            </a:r>
          </a:p>
          <a:p>
            <a:pPr>
              <a:spcAft>
                <a:spcPts val="400"/>
              </a:spcAft>
              <a:defRPr sz="1400" b="1">
                <a:solidFill>
                  <a:srgbClr val="202124"/>
                </a:solidFill>
                <a:latin typeface="Microsoft YaHei"/>
              </a:defRPr>
            </a:pPr>
            <a:r>
              <a:t>专为西门子 S7 系列 PLC 设计。</a:t>
            </a:r>
          </a:p>
          <a:p>
            <a:pPr>
              <a:spcAft>
                <a:spcPts val="400"/>
              </a:spcAft>
              <a:defRPr sz="800" b="0">
                <a:solidFill>
                  <a:srgbClr val="202124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通过 Snap7 开源协议栈直接与 PLC 通信，实现数据实时采集、</a:t>
            </a:r>
          </a:p>
          <a:p>
            <a:pPr>
              <a:spcAft>
                <a:spcPts val="400"/>
              </a:spcAft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可视化展示、历史存储与趋势分析。</a:t>
            </a:r>
          </a:p>
          <a:p>
            <a:pPr>
              <a:spcAft>
                <a:spcPts val="400"/>
              </a:spcAft>
              <a:defRPr sz="800" b="0">
                <a:solidFill>
                  <a:srgbClr val="202124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核心定位：解决中小工厂 PLC 数据"看不见、摸不着"的痛点，</a:t>
            </a:r>
          </a:p>
          <a:p>
            <a:pPr>
              <a:spcAft>
                <a:spcPts val="400"/>
              </a:spcAft>
              <a:defRPr sz="1300" b="1">
                <a:solidFill>
                  <a:srgbClr val="34A853"/>
                </a:solidFill>
                <a:latin typeface="Microsoft YaHei"/>
              </a:defRPr>
            </a:pPr>
            <a:r>
              <a:t>让产线状态一目了然。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46304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645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73E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核心视图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46304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1645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A853"/>
                </a:solidFill>
                <a:latin typeface="Microsoft YaHei"/>
              </a:defRPr>
            </a:pPr>
            <a:r>
              <a:t>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数据类型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20040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3832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C0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操作系统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320040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33832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433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权限级别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Microsoft YaHei"/>
              </a:defRPr>
            </a:pPr>
            <a:r>
              <a:t>支持的 PLC 型号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3383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73E8"/>
                </a:solidFill>
                <a:latin typeface="Microsoft YaHei"/>
              </a:defRPr>
            </a:pPr>
            <a:r>
              <a:t>S7-200 / SMART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368"/>
                </a:solidFill>
                <a:latin typeface="Microsoft YaHei"/>
              </a:defRPr>
            </a:pPr>
            <a:r>
              <a:t>经典小型PLC，广泛用于单机设备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486400"/>
            <a:ext cx="3383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577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73E8"/>
                </a:solidFill>
                <a:latin typeface="Microsoft YaHei"/>
              </a:defRPr>
            </a:pPr>
            <a:r>
              <a:t>S7-300 / 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943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368"/>
                </a:solidFill>
                <a:latin typeface="Microsoft YaHei"/>
              </a:defRPr>
            </a:pPr>
            <a:r>
              <a:t>中大型PLC，适用于复杂产线控制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5486400"/>
            <a:ext cx="3383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577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73E8"/>
                </a:solidFill>
                <a:latin typeface="Microsoft YaHei"/>
              </a:defRPr>
            </a:pPr>
            <a:r>
              <a:t>S7-1200 / 1500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943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368"/>
                </a:solidFill>
                <a:latin typeface="Microsoft YaHei"/>
              </a:defRPr>
            </a:pPr>
            <a:r>
              <a:t>新一代全集成自动化PLC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核心功能：实时数据采集与多视图展示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97480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Microsoft YaHei"/>
              </a:defRPr>
            </a:pPr>
            <a:r>
              <a:t>工艺总貌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图形化展示生产流程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设备运行状态一目了然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标签数据实时映射到流程节点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2697480" cy="50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645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Microsoft YaHei"/>
              </a:defRPr>
            </a:pPr>
            <a:r>
              <a:t>实时数据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表格形式展示所有标签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048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支持搜索过滤和CSV导出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609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数据变化时高亮闪烁提示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46304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463040"/>
            <a:ext cx="2697480" cy="508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1645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C04"/>
                </a:solidFill>
                <a:latin typeface="Microsoft YaHei"/>
              </a:defRPr>
            </a:pPr>
            <a:r>
              <a:t>趋势图表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折线图实时展示数据趋势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4048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最多8条曲线同屏显示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6609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支持鼠标缩放与拖拽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19" y="146304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19" y="1463040"/>
            <a:ext cx="2697480" cy="508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39" y="1645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24AA"/>
                </a:solidFill>
                <a:latin typeface="Microsoft YaHei"/>
              </a:defRPr>
            </a:pPr>
            <a:r>
              <a:t>历史数据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39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查询任意时间段的历史曲线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39" y="24048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多粒度数据聚合查询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39" y="26609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支持导出为CSV格式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Microsoft YaHei"/>
              </a:defRPr>
            </a:pPr>
            <a:r>
              <a:t>标签管理器随主视图智能联动：切换视图时，标签选择自动跟随，每个视图的标签配置独立保存，无需重复勾选。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核心功能：数据持久化与权限管控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双保险数据存储策略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Microsoft YaHei"/>
              </a:defRPr>
            </a:pPr>
            <a:r>
              <a:rPr/>
              <a:t>MySQL 主数据库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企业级关系型数据库</a:t>
            </a:r>
          </a:p>
          <a:p>
            <a:pPr>
              <a:spcAft>
                <a:spcPts val="400"/>
              </a:spcAft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支持多客户端并发访问</a:t>
            </a:r>
          </a:p>
          <a:p>
            <a:pPr>
              <a:spcAft>
                <a:spcPts val="400"/>
              </a:spcAft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数据安全备份与恢复</a:t>
            </a:r>
          </a:p>
          <a:p>
            <a:pPr>
              <a:spcAft>
                <a:spcPts val="400"/>
              </a:spcAft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支持多粒度数据聚合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A853"/>
                </a:solidFill>
                <a:latin typeface="Microsoft YaHei"/>
              </a:defRPr>
            </a:pPr>
            <a:r>
              <a:t>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10312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Microsoft YaHei"/>
              </a:defRPr>
            </a:pPr>
            <a:r>
              <a:rPr/>
              <a:t>SQLite 备数据库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517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本地离线运行保障</a:t>
            </a:r>
          </a:p>
          <a:p>
            <a:pPr>
              <a:spcAft>
                <a:spcPts val="400"/>
              </a:spcAft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不需网络独立运行</a:t>
            </a:r>
          </a:p>
          <a:p>
            <a:pPr>
              <a:spcAft>
                <a:spcPts val="400"/>
              </a:spcAft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自动创建，零配置</a:t>
            </a:r>
          </a:p>
          <a:p>
            <a:pPr>
              <a:spcAft>
                <a:spcPts val="400"/>
              </a:spcAft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主库不可用时自动接管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四级 RBAC 权限体系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103120"/>
            <a:ext cx="1371600" cy="82296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管理员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E8"/>
                </a:solidFill>
                <a:latin typeface="Microsoft YaHei"/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全部权限：查看、写入、管理用户、系统配置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200400"/>
            <a:ext cx="1371600" cy="822960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工程师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E8"/>
                </a:solidFill>
                <a:latin typeface="Microsoft YaHei"/>
              </a:defRPr>
            </a:pPr>
            <a:r>
              <a:t>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37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查看/写入标签、管理标签、系统配置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4297679"/>
            <a:ext cx="1371600" cy="8229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34339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操作员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7548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E8"/>
                </a:solidFill>
                <a:latin typeface="Microsoft YaHei"/>
              </a:defRPr>
            </a:pPr>
            <a:r>
              <a:t>Operator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查看标签值、写入标签值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5394959"/>
            <a:ext cx="1371600" cy="82296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5440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观察者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8521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E8"/>
                </a:solidFill>
                <a:latin typeface="Microsoft YaHei"/>
              </a:defRPr>
            </a:pPr>
            <a:r>
              <a:t>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53211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仅查看数据，不能修改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Microsoft YaHei"/>
              </a:defRPr>
            </a:pPr>
            <a:r>
              <a:t>多粒度数据聚合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256032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原始数据（按轮询间隔）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5760720"/>
            <a:ext cx="2560320" cy="54864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806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分钟聚合（Min/Max/Avg）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760720"/>
            <a:ext cx="256032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806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小时聚合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5760720"/>
            <a:ext cx="2560320" cy="54864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5806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02124"/>
                </a:solidFill>
                <a:latin typeface="Microsoft YaHei"/>
              </a:defRPr>
            </a:pPr>
            <a:r>
              <a:t>天聚合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用户界面层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73E8"/>
                </a:solidFill>
                <a:latin typeface="Microsoft YaHei"/>
              </a:defRPr>
            </a:pPr>
            <a:r>
              <a:t>Qt 6 Widgets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跨平台桌面UI  |  深色/浅色/现代三主题  |  响应式布局设计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2240280"/>
            <a:ext cx="25400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业务逻辑层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A853"/>
                </a:solidFill>
                <a:latin typeface="Microsoft YaHei"/>
              </a:defRPr>
            </a:pPr>
            <a:r>
              <a:t>Controller +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43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订阅式数据分发  |  标签-视图联动管理  |  RBAC 权限验证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3520440"/>
            <a:ext cx="25400" cy="5029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通信层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C04"/>
                </a:solidFill>
                <a:latin typeface="Microsoft YaHei"/>
              </a:defRPr>
            </a:pPr>
            <a:r>
              <a:t>Snap7 协议栈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233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独立工作线程  |  自动重连机制  |  心跳保活检测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4800600"/>
            <a:ext cx="25400" cy="5029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394959"/>
            <a:ext cx="640080" cy="640080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03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Microsoft YaHei"/>
              </a:defRPr>
            </a:pPr>
            <a:r>
              <a:t>数据存储层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669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24AA"/>
                </a:solidFill>
                <a:latin typeface="Microsoft YaHei"/>
              </a:defRPr>
            </a:pPr>
            <a:r>
              <a:t>SQLite + 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30351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本地 + 远程双保险  |  多粒度数据聚合  |  日志轮转管理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97480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Microsoft YaHei"/>
              </a:defRPr>
            </a:pPr>
            <a:r>
              <a:t>产线实时监控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操作员通过大屏实时查看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各设备运行参数，状态一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目了然。深色主题特别适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合控制室长时间使用。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63040"/>
            <a:ext cx="2697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463040"/>
            <a:ext cx="2697480" cy="50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645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Microsoft YaHei"/>
              </a:defRPr>
            </a:pPr>
            <a:r>
              <a:t>设备调试与维护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工程师快速查看和修改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4048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PLC内部变量，无需打开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609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TIA Portal。支持批量写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9169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入，大幅提高调试效率。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463040"/>
            <a:ext cx="2697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1463040"/>
            <a:ext cx="2697480" cy="508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1645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C04"/>
                </a:solidFill>
                <a:latin typeface="Microsoft YaHei"/>
              </a:defRPr>
            </a:pPr>
            <a:r>
              <a:t>故障诊断与追溯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通过历史趋势曲线回溯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24048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异常发生前后的数据变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26609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化，快速定位故障根因。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29169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支持CSV导出供分析。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19" y="1463040"/>
            <a:ext cx="2697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19" y="1463040"/>
            <a:ext cx="2697480" cy="508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39" y="1645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24AA"/>
                </a:solidFill>
                <a:latin typeface="Microsoft YaHei"/>
              </a:defRPr>
            </a:pPr>
            <a:r>
              <a:t>生产数据报表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导出历史数据CSV用于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24048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生产分析和报告。多粒度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39" y="26609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聚合数据让小时/天级别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39" y="291693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统计秒级响应。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Microsoft YaHei"/>
              </a:defRPr>
            </a:pPr>
            <a:r>
              <a:t>典型部署架构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943600"/>
            <a:ext cx="246888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工控机 或 PC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989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A85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49039" y="5943600"/>
            <a:ext cx="246888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79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以太网 (TCP/IP)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79" y="5989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A85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5943600"/>
            <a:ext cx="246888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西门子 S7 PLC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989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A85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18320" y="5943600"/>
            <a:ext cx="246888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MySQL 服务器 (可选)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快速上手：三步开始监控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1280160"/>
            <a:ext cx="731520" cy="7315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2124"/>
                </a:solidFill>
                <a:latin typeface="Microsoft YaHei"/>
              </a:defRPr>
            </a:pPr>
            <a:r>
              <a:t>配置 PLC 连接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编辑 configs/plc_config.json</a:t>
            </a:r>
            <a:br/>
            <a:r>
              <a:t>设置 PLC 的 IP 地址、Rack 号、Slot 号</a:t>
            </a:r>
            <a:br/>
            <a:r>
              <a:t>支持自动连接和断线重连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89120"/>
            <a:ext cx="3291840" cy="201168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C7FA"/>
                </a:solidFill>
                <a:latin typeface="Consolas"/>
              </a:defRPr>
            </a:pPr>
            <a:r>
              <a:t>{</a:t>
            </a:r>
            <a:br/>
            <a:r>
              <a:t>  "plc": {</a:t>
            </a:r>
            <a:br/>
            <a:r>
              <a:t>    "ip": "192.168.0.11",</a:t>
            </a:r>
            <a:br/>
            <a:r>
              <a:t>    "rack": 0,</a:t>
            </a:r>
            <a:br/>
            <a:r>
              <a:t>    "slot": 1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9" name="Oval 8"/>
          <p:cNvSpPr/>
          <p:nvPr/>
        </p:nvSpPr>
        <p:spPr>
          <a:xfrm>
            <a:off x="5669280" y="1280160"/>
            <a:ext cx="731520" cy="7315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2124"/>
                </a:solidFill>
                <a:latin typeface="Microsoft YaHei"/>
              </a:defRPr>
            </a:pPr>
            <a:r>
              <a:t>添加监控标签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在配置文件 tags 数组中</a:t>
            </a:r>
            <a:br/>
            <a:r>
              <a:t>定义需要监控的数据点</a:t>
            </a:r>
            <a:br/>
            <a:r>
              <a:t>支持 8 种数据类型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389120"/>
            <a:ext cx="3291840" cy="201168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480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C7FA"/>
                </a:solidFill>
                <a:latin typeface="Consolas"/>
              </a:defRPr>
            </a:pPr>
            <a:r>
              <a:t>{</a:t>
            </a:r>
            <a:br/>
            <a:r>
              <a:t>  "tags": [{</a:t>
            </a:r>
            <a:br/>
            <a:r>
              <a:t>    "name": "温度1",</a:t>
            </a:r>
            <a:br/>
            <a:r>
              <a:t>    "dbNumber": 1,</a:t>
            </a:r>
            <a:br/>
            <a:r>
              <a:t>    "byteOffset": 2,</a:t>
            </a:r>
            <a:br/>
            <a:r>
              <a:t>    "dataType": "REAL"</a:t>
            </a:r>
            <a:br/>
            <a:r>
              <a:t>  }]</a:t>
            </a:r>
            <a:br/>
            <a:r>
              <a:t>}</a:t>
            </a:r>
          </a:p>
        </p:txBody>
      </p:sp>
      <p:sp>
        <p:nvSpPr>
          <p:cNvPr id="14" name="Oval 13"/>
          <p:cNvSpPr/>
          <p:nvPr/>
        </p:nvSpPr>
        <p:spPr>
          <a:xfrm>
            <a:off x="9509760" y="1280160"/>
            <a:ext cx="731520" cy="7315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2124"/>
                </a:solidFill>
                <a:latin typeface="Microsoft YaHei"/>
              </a:defRPr>
            </a:pPr>
            <a:r>
              <a:t>启动并查看数据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运行程序，自动连接 PLC</a:t>
            </a:r>
            <a:br/>
            <a:r>
              <a:t>在标签管理器中选择标签</a:t>
            </a:r>
            <a:br/>
            <a:r>
              <a:t>点击"应用"，数据即刻呈现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389120"/>
            <a:ext cx="3291840" cy="201168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480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C7FA"/>
                </a:solidFill>
                <a:latin typeface="Consolas"/>
              </a:defRPr>
            </a:pPr>
            <a:r>
              <a:t>默认管理员账号: admin</a:t>
            </a:r>
            <a:br/>
            <a:r>
              <a:t>默认密码: admin</a:t>
            </a:r>
            <a:br/>
            <a:r>
              <a:t>（首次登录后请立即修改！）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为什么选择 PLCMonitor？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66160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Microsoft YaHei"/>
              </a:defRPr>
            </a:pPr>
            <a:r>
              <a:t>🖥  跨平台自由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Windows 和 Linux 双平台支持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不绑定特定操作系统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566160" cy="50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Microsoft YaHei"/>
              </a:defRPr>
            </a:pPr>
            <a:r>
              <a:t>💰  零成本部署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开源免费，无需昂贵的商业授权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解压即用，无需复杂安装流程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566160" cy="508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C04"/>
                </a:solidFill>
                <a:latin typeface="Microsoft YaHei"/>
              </a:defRPr>
            </a:pPr>
            <a:r>
              <a:t>⚙  配置驱动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JSON 文件管理所有配置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无需重新编译即可调整监控项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3566160" cy="50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335"/>
                </a:solidFill>
                <a:latin typeface="Microsoft YaHei"/>
              </a:defRPr>
            </a:pPr>
            <a:r>
              <a:t>🔒  安全可靠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四级权限管控 + 登录认证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65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本地存储为主，网络断线不丢数据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23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566160" cy="508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24AA"/>
                </a:solidFill>
                <a:latin typeface="Microsoft YaHei"/>
              </a:defRPr>
            </a:pPr>
            <a:r>
              <a:t>🔌  灵活扩展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SQLite+MySQL 双存储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965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支持多客户端数据共享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23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4023360"/>
            <a:ext cx="356616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Microsoft YaHei"/>
              </a:defRPr>
            </a:pPr>
            <a:r>
              <a:t>✨  专业体验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深色主题 / 图表缩放 / 数据导出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965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Microsoft YaHei"/>
              </a:defRPr>
            </a:pPr>
            <a:r>
              <a:t>  专为工业监控场景优化交互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560320"/>
            <a:ext cx="301752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2E3FC"/>
                </a:solidFill>
                <a:latin typeface="Microsoft YaHei"/>
              </a:defRPr>
            </a:pPr>
            <a:r>
              <a:t>PLC 数据监控系统  PLCMonitor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C7FA"/>
                </a:solidFill>
                <a:latin typeface="Microsoft YaHei"/>
              </a:defRPr>
            </a:pPr>
            <a:r>
              <a:t>跨平台  |  开源免费  |  即开即用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B4F8"/>
                </a:solidFill>
                <a:latin typeface="Microsoft YaHei"/>
              </a:defRPr>
            </a:pPr>
            <a:r>
              <a:t>基于 Qt 6 + Snap7 开发    适配西门子 S7 全系列 PLC</a:t>
            </a:r>
            <a:br/>
            <a:r>
              <a:t>支持 Windows 10+ / Ubuntu 20.04+    版本 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